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1" autoAdjust="0"/>
    <p:restoredTop sz="94660"/>
  </p:normalViewPr>
  <p:slideViewPr>
    <p:cSldViewPr snapToGrid="0">
      <p:cViewPr varScale="1">
        <p:scale>
          <a:sx n="46" d="100"/>
          <a:sy n="46" d="100"/>
        </p:scale>
        <p:origin x="67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AE45-6AC6-11BC-155D-4738DAE43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C82C4-B61D-3C7F-ECEF-162DB10BC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59F0F-A00E-F3D2-5B60-3AC1FCBCA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C3DA1-9C0F-EE5B-014F-A4BEBFB9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C68EC-C129-331D-7CE6-0946CD7A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3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A492-8DD4-5BB5-2E9A-0850BD66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7C719-2D64-06C8-6954-CB08EF06E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0CA9-7F63-3A0D-F5CE-B85279F1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A8D7D-6F02-ACC5-149C-EB3E2F5B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14D89-4D22-6944-A201-EF51EC2D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57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5C6B-273C-0079-4A24-345C1C97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0B307-2CFB-1193-7A0D-EA3F869C7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2096-9F82-593E-70F4-DB0150E38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D9B7B-99ED-2BD3-EB65-651FDBBF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DA3CE-56A6-CA2A-1CD5-E66EE8DA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54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4DF89-CCCA-D7B5-B12B-DCFDD389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40A8E-3C48-98C5-C667-51A7F49EB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F54DE-A8B8-B6F7-C90C-7D9B1CACD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0C770-0D5D-F2AA-B35D-02DB53975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04E0B-8643-591B-59D3-672D2D49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4646C-13AF-7FB0-0100-3543FCD8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D619-B160-B5D1-2D46-DCF1E3C8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FA46-0318-00D5-6E56-BC234DDB2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3989E-381F-B6FD-C2EF-30C3E4840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910B6-A48A-39AB-1803-3EC889622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64AE4-B273-DE54-D281-584750583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7BA069-D8BC-4F80-36D3-F7213202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0F9FCE-CAF4-2420-8E0B-9C69AF80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7C4A9-0981-17A0-108C-46D9BBFB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9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96A5-B580-90EF-F26B-55041D2B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CFDB4-C1A9-296A-C60C-11A9EDF50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CE1E4-7B74-1ECF-9636-6FD93855E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85CA5-2F9C-31A1-569F-7A2028E0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59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17142-1CFD-0E43-7C89-B342BF2B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0CBF0-7F71-129E-6034-9C6DE841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51C7A-E2BB-4B8B-8B24-01EA29C2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6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53D6-AF9F-8BD5-9B6D-19764E58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DA8F1-025E-3586-EC90-F02D32D64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49E35-D8BD-2809-1092-FFF534A7B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2F3D3-393C-43E9-B439-D63D674E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6E213-387C-0894-64D6-B5F60FB4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A3191-591A-693C-D054-B3203D35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7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710D-38F3-AD5A-4C58-DE78B8B2C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9A608-9AB4-948B-5483-46A7A9A33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02D05-4E2C-58F6-5135-E7BAD2FD2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45068-0741-F603-221A-AE340DFD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AE792-5B70-8D5B-BC92-6D5385D2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86906-0AAC-6B4D-480F-3CAFD1D0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5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ED87-F0AA-A79B-B6C8-B824E1F9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F34A1-55BA-9902-2B59-1C088F182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98F1F-DF4A-B080-0D13-325B35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F2505-E767-3511-DB0F-53D32267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3173A-8C3C-DEBF-87F5-EC8F6A0D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1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5A00B-560D-0056-FD23-81BA9C0C4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0CD2B8-91C8-F4D4-E2A3-1E67AE8D5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BD8FD-97CA-E513-040C-9DC88C1D9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24A9C-499E-C7C3-06DE-DDA13AAA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4F33C-0AF4-0255-FFDD-DA97184B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5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E8888-08B5-2F85-30E5-6BC25129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EDC67-5377-E667-D86A-944251D10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6850C-9037-7C25-77FA-F7414BCBD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82DA1-8D12-4D66-AFEC-9FB6B896E74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6484E-8ECF-8C1E-7C19-412BFC00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19FEF-B9A0-C8F6-1D31-0BADEF0FF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8EC5-A2C7-4E76-A440-8B18615F9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6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lask.palletsprojects.com/" TargetMode="External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github.com/" TargetMode="External"/><Relationship Id="rId5" Type="http://schemas.openxmlformats.org/officeDocument/2006/relationships/hyperlink" Target="https://developer.mozilla.org/" TargetMode="External"/><Relationship Id="rId4" Type="http://schemas.openxmlformats.org/officeDocument/2006/relationships/hyperlink" Target="https://ai.google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623EF23-EC93-67C5-7D06-9F164DEE474B}"/>
              </a:ext>
            </a:extLst>
          </p:cNvPr>
          <p:cNvSpPr txBox="1">
            <a:spLocks/>
          </p:cNvSpPr>
          <p:nvPr/>
        </p:nvSpPr>
        <p:spPr>
          <a:xfrm>
            <a:off x="1524000" y="-28939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i="1" dirty="0"/>
              <a:t>AI- Powered Code Analysis and Review System</a:t>
            </a:r>
            <a:endParaRPr lang="en-US" b="1" i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5BF056-587F-2212-6174-888FB9B3B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2469" y="2575468"/>
            <a:ext cx="4572000" cy="1947434"/>
          </a:xfrm>
        </p:spPr>
        <p:txBody>
          <a:bodyPr>
            <a:noAutofit/>
          </a:bodyPr>
          <a:lstStyle/>
          <a:p>
            <a:r>
              <a:rPr lang="en-IN" sz="3200" dirty="0"/>
              <a:t>Project Presentation</a:t>
            </a:r>
          </a:p>
          <a:p>
            <a:r>
              <a:rPr lang="en-IN" sz="3200" dirty="0"/>
              <a:t>Submitted By:</a:t>
            </a:r>
          </a:p>
          <a:p>
            <a:r>
              <a:rPr lang="en-IN" sz="3200" dirty="0"/>
              <a:t>Prashansa Shandilya</a:t>
            </a:r>
          </a:p>
          <a:p>
            <a:endParaRPr lang="en-IN" sz="3200" dirty="0"/>
          </a:p>
          <a:p>
            <a:r>
              <a:rPr lang="en-IN" sz="3200" dirty="0"/>
              <a:t>Course : B.Tech- CSE(AIML) </a:t>
            </a:r>
          </a:p>
          <a:p>
            <a:r>
              <a:rPr lang="en-IN" sz="3200" dirty="0"/>
              <a:t>Batch- 3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62841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FA0B4A9-EA16-69AF-54C0-A0943BB96957}"/>
              </a:ext>
            </a:extLst>
          </p:cNvPr>
          <p:cNvSpPr txBox="1">
            <a:spLocks/>
          </p:cNvSpPr>
          <p:nvPr/>
        </p:nvSpPr>
        <p:spPr>
          <a:xfrm>
            <a:off x="1524000" y="254667"/>
            <a:ext cx="9144000" cy="9257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u="sng" dirty="0"/>
              <a:t>Introduction</a:t>
            </a:r>
            <a:endParaRPr lang="en-US" b="1" i="1" u="sng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D6D81F2-4C88-6C07-DDF5-4A8F872F47F0}"/>
              </a:ext>
            </a:extLst>
          </p:cNvPr>
          <p:cNvSpPr txBox="1">
            <a:spLocks/>
          </p:cNvSpPr>
          <p:nvPr/>
        </p:nvSpPr>
        <p:spPr>
          <a:xfrm>
            <a:off x="1407621" y="1285764"/>
            <a:ext cx="9144000" cy="16557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Code review is an essential part of software development that helps identify bugs, improve code quality, and maintain coding standards. However, manual code reviews can be time-consuming and may miss potential issues. The </a:t>
            </a:r>
            <a:r>
              <a:rPr lang="en-US" b="1" dirty="0"/>
              <a:t>AI Code Reviewer</a:t>
            </a:r>
            <a:r>
              <a:rPr lang="en-US" dirty="0"/>
              <a:t> is a web-based application that uses </a:t>
            </a:r>
            <a:r>
              <a:rPr lang="en-US" b="1" dirty="0"/>
              <a:t>Google's Gemini AI</a:t>
            </a:r>
            <a:r>
              <a:rPr lang="en-US" dirty="0"/>
              <a:t> to automatically analyze Python code and provide intelligent feedback. It detects errors, suggests optimizations, and recommends best coding practices to improve code readability and performance. Built using </a:t>
            </a:r>
            <a:r>
              <a:rPr lang="en-US" b="1" dirty="0"/>
              <a:t>Flask</a:t>
            </a:r>
            <a:r>
              <a:rPr lang="en-US" dirty="0"/>
              <a:t> for the backend and a responsive web interface, the system offers developers quick and reliable code reviews, making the development process more efficient</a:t>
            </a:r>
          </a:p>
        </p:txBody>
      </p:sp>
    </p:spTree>
    <p:extLst>
      <p:ext uri="{BB962C8B-B14F-4D97-AF65-F5344CB8AC3E}">
        <p14:creationId xmlns:p14="http://schemas.microsoft.com/office/powerpoint/2010/main" val="2771499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449E-E7E4-CAB5-FAA9-5177039DA619}"/>
              </a:ext>
            </a:extLst>
          </p:cNvPr>
          <p:cNvSpPr txBox="1">
            <a:spLocks/>
          </p:cNvSpPr>
          <p:nvPr/>
        </p:nvSpPr>
        <p:spPr>
          <a:xfrm>
            <a:off x="1058487" y="262468"/>
            <a:ext cx="9144000" cy="944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dirty="0"/>
              <a:t>Technologies Used</a:t>
            </a:r>
            <a:endParaRPr lang="en-US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8FD84-6EC3-FC20-13AD-FE484E839D95}"/>
              </a:ext>
            </a:extLst>
          </p:cNvPr>
          <p:cNvSpPr txBox="1">
            <a:spLocks/>
          </p:cNvSpPr>
          <p:nvPr/>
        </p:nvSpPr>
        <p:spPr>
          <a:xfrm>
            <a:off x="1058487" y="1223512"/>
            <a:ext cx="9144000" cy="13175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150" b="1" dirty="0"/>
              <a:t>Python</a:t>
            </a:r>
            <a:r>
              <a:rPr lang="en-US" sz="2150" dirty="0"/>
              <a:t> – Core programming language used for developing the AI Code Reviewer. </a:t>
            </a:r>
          </a:p>
          <a:p>
            <a:pPr lvl="0"/>
            <a:r>
              <a:rPr lang="en-US" sz="2150" b="1" dirty="0"/>
              <a:t>Flask</a:t>
            </a:r>
            <a:r>
              <a:rPr lang="en-US" sz="2150" dirty="0"/>
              <a:t> – Backend web framework used to handle user requests and integrate the AI model. </a:t>
            </a:r>
          </a:p>
          <a:p>
            <a:pPr lvl="0"/>
            <a:r>
              <a:rPr lang="en-US" sz="2150" b="1" dirty="0"/>
              <a:t>Google Gemini API</a:t>
            </a:r>
            <a:r>
              <a:rPr lang="en-US" sz="2150" dirty="0"/>
              <a:t> – AI model used to analyze Python code, detect bugs, and generate improvement suggestions. </a:t>
            </a:r>
          </a:p>
          <a:p>
            <a:pPr lvl="0"/>
            <a:r>
              <a:rPr lang="en-US" sz="2150" b="1" dirty="0"/>
              <a:t>HTML5</a:t>
            </a:r>
            <a:r>
              <a:rPr lang="en-US" sz="2150" dirty="0"/>
              <a:t> – Created the structure of the web application's user interface. </a:t>
            </a:r>
          </a:p>
          <a:p>
            <a:pPr lvl="0"/>
            <a:r>
              <a:rPr lang="en-US" sz="2150" b="1" dirty="0"/>
              <a:t>CSS3</a:t>
            </a:r>
            <a:r>
              <a:rPr lang="en-US" sz="2150" dirty="0"/>
              <a:t> – Designed a clean, responsive, and user-friendly interface. </a:t>
            </a:r>
          </a:p>
          <a:p>
            <a:pPr lvl="0"/>
            <a:r>
              <a:rPr lang="en-US" sz="2150" b="1" dirty="0"/>
              <a:t>JavaScript</a:t>
            </a:r>
            <a:r>
              <a:rPr lang="en-US" sz="2150" dirty="0"/>
              <a:t> – Added interactivity and managed client-side functionality. </a:t>
            </a:r>
          </a:p>
          <a:p>
            <a:pPr lvl="0"/>
            <a:r>
              <a:rPr lang="en-US" sz="2150" b="1" dirty="0"/>
              <a:t>REST API</a:t>
            </a:r>
            <a:r>
              <a:rPr lang="en-US" sz="2150" dirty="0"/>
              <a:t> – Enabled communication between the Flask backend and the Gemini AI service. </a:t>
            </a:r>
          </a:p>
          <a:p>
            <a:pPr lvl="0"/>
            <a:r>
              <a:rPr lang="en-US" sz="2150" b="1" dirty="0"/>
              <a:t>Git &amp; GitHub</a:t>
            </a:r>
            <a:r>
              <a:rPr lang="en-US" sz="2150" dirty="0"/>
              <a:t> – Used for version control, source code management, and project collaboration. </a:t>
            </a:r>
          </a:p>
        </p:txBody>
      </p:sp>
    </p:spTree>
    <p:extLst>
      <p:ext uri="{BB962C8B-B14F-4D97-AF65-F5344CB8AC3E}">
        <p14:creationId xmlns:p14="http://schemas.microsoft.com/office/powerpoint/2010/main" val="319562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BF4F7D-09F6-5478-36EC-87B20D457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14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85A3-3CE7-A509-0612-C244CE735A06}"/>
              </a:ext>
            </a:extLst>
          </p:cNvPr>
          <p:cNvSpPr txBox="1">
            <a:spLocks/>
          </p:cNvSpPr>
          <p:nvPr/>
        </p:nvSpPr>
        <p:spPr>
          <a:xfrm>
            <a:off x="1555532" y="441421"/>
            <a:ext cx="9144000" cy="9559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dirty="0"/>
              <a:t>Future Scope</a:t>
            </a:r>
            <a:endParaRPr lang="en-US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3733C-0B76-68A7-2AC9-621DFEC21354}"/>
              </a:ext>
            </a:extLst>
          </p:cNvPr>
          <p:cNvSpPr txBox="1">
            <a:spLocks/>
          </p:cNvSpPr>
          <p:nvPr/>
        </p:nvSpPr>
        <p:spPr>
          <a:xfrm>
            <a:off x="1524000" y="1397370"/>
            <a:ext cx="9144000" cy="16557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/>
              <a:t>Support Multiple Programming Languages</a:t>
            </a:r>
            <a:r>
              <a:rPr lang="en-US" dirty="0"/>
              <a:t> – Extend the system to review Java, C++, JavaScript, and other languages. </a:t>
            </a:r>
          </a:p>
          <a:p>
            <a:pPr lvl="0"/>
            <a:r>
              <a:rPr lang="en-US" b="1" dirty="0"/>
              <a:t>Automatic Code Correction</a:t>
            </a:r>
            <a:r>
              <a:rPr lang="en-US" dirty="0"/>
              <a:t> – Generate optimized and corrected versions of the submitted code. </a:t>
            </a:r>
          </a:p>
          <a:p>
            <a:pPr lvl="0"/>
            <a:r>
              <a:rPr lang="en-US" b="1" dirty="0"/>
              <a:t>GitHub Integration</a:t>
            </a:r>
            <a:r>
              <a:rPr lang="en-US" dirty="0"/>
              <a:t> – Enable direct code review for repositories and pull requests. </a:t>
            </a:r>
          </a:p>
          <a:p>
            <a:pPr lvl="0"/>
            <a:r>
              <a:rPr lang="en-US" b="1" dirty="0"/>
              <a:t>Security &amp; Performance Analysis</a:t>
            </a:r>
            <a:r>
              <a:rPr lang="en-US" dirty="0"/>
              <a:t> – Detect security vulnerabilities and provide performance optimization suggestions. </a:t>
            </a:r>
          </a:p>
          <a:p>
            <a:pPr lvl="0"/>
            <a:r>
              <a:rPr lang="en-US" b="1" dirty="0"/>
              <a:t>IDE Integration</a:t>
            </a:r>
            <a:r>
              <a:rPr lang="en-US" dirty="0"/>
              <a:t> – Develop plugins for Visual Studio Code and other IDEs to provide real-time code review.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32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4DFB-76AA-F65F-EC17-04957C36B1BD}"/>
              </a:ext>
            </a:extLst>
          </p:cNvPr>
          <p:cNvSpPr txBox="1">
            <a:spLocks/>
          </p:cNvSpPr>
          <p:nvPr/>
        </p:nvSpPr>
        <p:spPr>
          <a:xfrm>
            <a:off x="1524000" y="267870"/>
            <a:ext cx="914400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i="1" dirty="0"/>
              <a:t>References</a:t>
            </a:r>
            <a:endParaRPr lang="en-US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F45CC-EA4B-4969-3288-FA69B8442DFF}"/>
              </a:ext>
            </a:extLst>
          </p:cNvPr>
          <p:cNvSpPr txBox="1">
            <a:spLocks/>
          </p:cNvSpPr>
          <p:nvPr/>
        </p:nvSpPr>
        <p:spPr>
          <a:xfrm>
            <a:off x="1174866" y="1591204"/>
            <a:ext cx="9144000" cy="16557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/>
              <a:t>Python Official Documentation</a:t>
            </a:r>
            <a:r>
              <a:rPr lang="en-US" dirty="0"/>
              <a:t> – </a:t>
            </a:r>
            <a:r>
              <a:rPr lang="en-US" dirty="0">
                <a:hlinkClick r:id="rId2"/>
              </a:rPr>
              <a:t>https://docs.python.org/3/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Flask Documentation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https://flask.palletsprojects.com/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Google AI for Developers (Gemini API Documentation)</a:t>
            </a:r>
            <a:r>
              <a:rPr lang="en-US" dirty="0"/>
              <a:t> – </a:t>
            </a:r>
            <a:r>
              <a:rPr lang="en-US" dirty="0">
                <a:hlinkClick r:id="rId4"/>
              </a:rPr>
              <a:t>https://ai.google.dev/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HTML, CSS &amp; JavaScript Documentation (MDN Web Docs)</a:t>
            </a:r>
            <a:r>
              <a:rPr lang="en-US" dirty="0"/>
              <a:t> – </a:t>
            </a:r>
            <a:r>
              <a:rPr lang="en-US" dirty="0">
                <a:hlinkClick r:id="rId5"/>
              </a:rPr>
              <a:t>https://developer.mozilla.org/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GitHub Documentation</a:t>
            </a:r>
            <a:r>
              <a:rPr lang="en-US" dirty="0"/>
              <a:t> – </a:t>
            </a:r>
            <a:r>
              <a:rPr lang="en-US" dirty="0">
                <a:hlinkClick r:id="rId6"/>
              </a:rPr>
              <a:t>https://docs.github.com/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40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405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Paridhi Singh</dc:creator>
  <cp:lastModifiedBy>Paridhi Singh</cp:lastModifiedBy>
  <cp:revision>1</cp:revision>
  <dcterms:created xsi:type="dcterms:W3CDTF">2026-07-17T18:55:46Z</dcterms:created>
  <dcterms:modified xsi:type="dcterms:W3CDTF">2026-07-17T19:06:36Z</dcterms:modified>
</cp:coreProperties>
</file>